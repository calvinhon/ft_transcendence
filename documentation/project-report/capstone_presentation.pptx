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9" r:id="rId5"/>
    <p:sldId id="257" r:id="rId6"/>
    <p:sldId id="258" r:id="rId7"/>
    <p:sldId id="270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55B69-39E1-E0AA-0E8C-C959DBB3ED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AB5CE-0674-7525-3A1C-4D7FEB987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BC0F8-44E7-A010-E982-E0F7562E3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C6FAE-64FB-4A60-9AC9-0B6F71F4BC0E}" type="datetimeFigureOut">
              <a:rPr lang="en-AE" smtClean="0"/>
              <a:t>09/12/2025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757F4-B1FB-5B09-B643-E8A958B44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BD5E5-B841-B477-D7D4-5B681B456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9E49F-DCBC-4CFB-8205-9B31C6CB30E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1424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CFBAF-9146-CB39-1B4A-7F27FBFB2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AFED2-987C-DB14-7D51-29A1B7B5B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F3C97-24F9-0B3C-0C88-43D17B4D2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C6FAE-64FB-4A60-9AC9-0B6F71F4BC0E}" type="datetimeFigureOut">
              <a:rPr lang="en-AE" smtClean="0"/>
              <a:t>09/12/2025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16B34-14C4-04E2-CF61-D56DFBE89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2F016-B7D2-EE3A-603D-51386AEBB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9E49F-DCBC-4CFB-8205-9B31C6CB30E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09387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6DEFF-5E4C-D654-4ACD-B5D6EB0DA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89162-AD9B-C14D-7A1D-5760278A6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CC1E3-F341-3EEA-6A56-BC369EDD6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C6FAE-64FB-4A60-9AC9-0B6F71F4BC0E}" type="datetimeFigureOut">
              <a:rPr lang="en-AE" smtClean="0"/>
              <a:t>09/12/2025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C4FAE-0305-DFFC-EE03-9B35EF075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32332-4C7E-DFD2-81E2-8AA599A9F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9E49F-DCBC-4CFB-8205-9B31C6CB30E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91063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2F2F0-7165-EF5C-3791-6C86F7410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9BE30-76B6-5AE6-0861-C848C551AD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BDB65B-B0A3-817B-6CB5-A61F503EC9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79233-40DB-A2CD-2533-96DA791CA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C6FAE-64FB-4A60-9AC9-0B6F71F4BC0E}" type="datetimeFigureOut">
              <a:rPr lang="en-AE" smtClean="0"/>
              <a:t>09/12/2025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EA9CB8-7989-58EC-640A-6CA5EAA94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E7929-A223-5AE1-0C15-1688BFC58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9E49F-DCBC-4CFB-8205-9B31C6CB30E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2450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37B02-F7DA-01EC-7961-C3F061755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639878-0AB1-16E5-5B10-A51BD765A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485BF7-A6C0-0324-AD6A-122B86E50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69E65A-CCBD-8BC9-6D00-7C5FC3CC75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EBDA66-7CE5-EA15-9503-2A95847E8A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4B0FE6-FA25-B464-16B4-E275CAC5C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C6FAE-64FB-4A60-9AC9-0B6F71F4BC0E}" type="datetimeFigureOut">
              <a:rPr lang="en-AE" smtClean="0"/>
              <a:t>09/12/2025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041B61-1C46-FF35-4ED4-F7AA3DBF5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E6E3C2-6B47-2C3D-0E1E-018079CC2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9E49F-DCBC-4CFB-8205-9B31C6CB30E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27869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53DFD-892E-D726-EFEF-14D61641C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4613D1-DD7A-FFA9-B347-4EDDD0BA8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C6FAE-64FB-4A60-9AC9-0B6F71F4BC0E}" type="datetimeFigureOut">
              <a:rPr lang="en-AE" smtClean="0"/>
              <a:t>09/12/2025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CD6BE6-E644-7DAD-83A3-5BD2201BF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3E73F-0467-5818-ADE6-E5690E49F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9E49F-DCBC-4CFB-8205-9B31C6CB30E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70449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067381-5AE9-83BB-1054-38198CDC6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C6FAE-64FB-4A60-9AC9-0B6F71F4BC0E}" type="datetimeFigureOut">
              <a:rPr lang="en-AE" smtClean="0"/>
              <a:t>09/12/2025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6E341A-0A0D-B08F-7439-0A7729A50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006E1-D502-08A0-08C4-CE0726CA8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9E49F-DCBC-4CFB-8205-9B31C6CB30E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05654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B1BB-87CD-6066-F8B4-B4733158E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899E3-FED6-F2F6-6C6E-475EABA1D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549935-6205-867F-4D74-81407A984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0F1F5F-245B-BFFC-9C66-AEE015247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C6FAE-64FB-4A60-9AC9-0B6F71F4BC0E}" type="datetimeFigureOut">
              <a:rPr lang="en-AE" smtClean="0"/>
              <a:t>09/12/2025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9D7F6-AF72-04B6-920A-FC47AD662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C705BB-610E-80AB-6B15-B9736C248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9E49F-DCBC-4CFB-8205-9B31C6CB30E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01410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188BC-181B-2BF1-680F-D7A8F7C24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8DA5E0-0F6E-063D-7910-26C1EA4173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4E09A2-02B6-E4F4-6C24-165F9A790A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123668-5076-8355-BAAE-AC5DC951A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C6FAE-64FB-4A60-9AC9-0B6F71F4BC0E}" type="datetimeFigureOut">
              <a:rPr lang="en-AE" smtClean="0"/>
              <a:t>09/12/2025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8B978-78AF-C9B5-EC42-0A4596464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13883-65CC-58FF-0DEA-F25D8282E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9E49F-DCBC-4CFB-8205-9B31C6CB30E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82345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4AD4D-5DF1-A27D-A6CB-8257B8D3F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B361BA-F0A3-6B26-B402-B70D578E2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91FE5-B850-65AF-81E1-A64A399AF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C6FAE-64FB-4A60-9AC9-0B6F71F4BC0E}" type="datetimeFigureOut">
              <a:rPr lang="en-AE" smtClean="0"/>
              <a:t>09/12/2025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5268B-2B9C-CFE6-4A9A-5CADF2539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090FF-1203-C0FF-3C88-AA9E59BFB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9E49F-DCBC-4CFB-8205-9B31C6CB30E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71785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5AD9E5-4AFE-30F4-1614-810DD12955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6BC62D-8B15-53A0-B501-5F7ECC720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1AEA4-E7D9-F632-BB63-333D09D6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C6FAE-64FB-4A60-9AC9-0B6F71F4BC0E}" type="datetimeFigureOut">
              <a:rPr lang="en-AE" smtClean="0"/>
              <a:t>09/12/2025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F3D28-3D3C-DE46-396A-78ADFE1C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A5EFF-602A-3ED0-98CF-A2AAD05A9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9E49F-DCBC-4CFB-8205-9B31C6CB30E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95395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6DF767-7DDC-1F21-D4F3-1EF8FBB56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A21BF-DB33-925A-922B-37BEFA6B7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0D3FE-8434-B9AA-0BDA-10BF73C48A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DC6FAE-64FB-4A60-9AC9-0B6F71F4BC0E}" type="datetimeFigureOut">
              <a:rPr lang="en-AE" smtClean="0"/>
              <a:t>09/12/2025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A57D4-BB02-43B9-611D-4F18EE61D4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05BE4-67E8-17FF-F510-DB02B3846F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9E49F-DCBC-4CFB-8205-9B31C6CB30E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14036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23FF8-C146-02D7-7309-C8E0D92EAD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4DDBC6-A1B9-A1B2-F869-837260D84A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482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D26F6-2C7D-A810-BEDA-C920FA92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90659B-2501-2224-D32F-A0CF82CC2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71" y="210149"/>
            <a:ext cx="10767057" cy="615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511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ertificate&#10;&#10;AI-generated content may be incorrect.">
            <a:extLst>
              <a:ext uri="{FF2B5EF4-FFF2-40B4-BE49-F238E27FC236}">
                <a16:creationId xmlns:a16="http://schemas.microsoft.com/office/drawing/2014/main" id="{2C862DF1-20AD-5186-6C4F-7BF4B6159C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8626" y="907262"/>
            <a:ext cx="556104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764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B6A53C-F45E-FF5D-3C69-AA76552A9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770" y="629511"/>
            <a:ext cx="10942459" cy="432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865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2F57D-4BEA-A5CF-480D-147EFF9BA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https:</a:t>
            </a:r>
            <a:endParaRPr lang="en-AE" dirty="0"/>
          </a:p>
        </p:txBody>
      </p:sp>
      <p:pic>
        <p:nvPicPr>
          <p:cNvPr id="5" name="Content Placeholder 4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0BDE915C-80B7-8092-860E-D60676F33D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4761" y="1557965"/>
            <a:ext cx="606362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445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AAB237B3-05F0-5F44-4356-38B16A682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88" y="262405"/>
            <a:ext cx="2467759" cy="3899766"/>
          </a:xfrm>
          <a:prstGeom prst="rect">
            <a:avLst/>
          </a:prstGeom>
        </p:spPr>
      </p:pic>
      <p:pic>
        <p:nvPicPr>
          <p:cNvPr id="11" name="Picture 10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2426EBE4-889F-934F-FB88-E6CB670E3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633" y="522827"/>
            <a:ext cx="3024369" cy="3378921"/>
          </a:xfrm>
          <a:prstGeom prst="rect">
            <a:avLst/>
          </a:prstGeom>
        </p:spPr>
      </p:pic>
      <p:pic>
        <p:nvPicPr>
          <p:cNvPr id="13" name="Picture 12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BE25C6D6-36F5-6926-CF5B-18725812E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188" y="385296"/>
            <a:ext cx="2642142" cy="3453973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F8C98E-7B8F-2AA8-D2DF-C330B78F98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688" y="4515881"/>
            <a:ext cx="3935506" cy="2079714"/>
          </a:xfrm>
          <a:prstGeom prst="rect">
            <a:avLst/>
          </a:prstGeom>
        </p:spPr>
      </p:pic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CA7A03-E36A-543D-2F5E-8B8355DFF0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3740" y="4436604"/>
            <a:ext cx="2690205" cy="2158991"/>
          </a:xfrm>
          <a:prstGeom prst="rect">
            <a:avLst/>
          </a:prstGeom>
        </p:spPr>
      </p:pic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E2C219-B2F3-C7E2-48EA-2677B2A4F0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6894" y="4515881"/>
            <a:ext cx="3764446" cy="227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22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4FBA0E5-02F7-43A6-3D00-9B99EAB77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60" y="68886"/>
            <a:ext cx="4100364" cy="3569463"/>
          </a:xfrm>
          <a:prstGeom prst="rect">
            <a:avLst/>
          </a:prstGeom>
        </p:spPr>
      </p:pic>
      <p:pic>
        <p:nvPicPr>
          <p:cNvPr id="7" name="Picture 6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20201A9C-359A-FDA1-62B8-D7D88328A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557" y="68886"/>
            <a:ext cx="3667667" cy="5947568"/>
          </a:xfrm>
          <a:prstGeom prst="rect">
            <a:avLst/>
          </a:prstGeom>
        </p:spPr>
      </p:pic>
      <p:pic>
        <p:nvPicPr>
          <p:cNvPr id="9" name="Picture 8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90B5E3EC-1E22-EE4E-3415-A0362B73B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3632" y="134093"/>
            <a:ext cx="2323145" cy="2942876"/>
          </a:xfrm>
          <a:prstGeom prst="rect">
            <a:avLst/>
          </a:prstGeom>
        </p:spPr>
      </p:pic>
      <p:pic>
        <p:nvPicPr>
          <p:cNvPr id="11" name="Picture 10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DC986D7D-BCB8-63D8-FCA1-6DE34C93DB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3612" y="3429000"/>
            <a:ext cx="2403183" cy="2809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386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2B231A-4BA2-42C0-000C-D69FE9942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622" y="154112"/>
            <a:ext cx="6013528" cy="2907587"/>
          </a:xfrm>
          <a:prstGeom prst="rect">
            <a:avLst/>
          </a:prstGeom>
        </p:spPr>
      </p:pic>
      <p:pic>
        <p:nvPicPr>
          <p:cNvPr id="7" name="Picture 6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509E87EC-DD45-129C-C429-377B34726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830" y="374140"/>
            <a:ext cx="3003059" cy="4561725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5BD476-47F6-A69A-B5FF-3BA7F32B47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0386" y="3429000"/>
            <a:ext cx="3084273" cy="301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434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game&#10;&#10;AI-generated content may be incorrect.">
            <a:extLst>
              <a:ext uri="{FF2B5EF4-FFF2-40B4-BE49-F238E27FC236}">
                <a16:creationId xmlns:a16="http://schemas.microsoft.com/office/drawing/2014/main" id="{25B7E3B6-9D46-2165-BE0D-A3988943F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24" y="459247"/>
            <a:ext cx="2973137" cy="3861525"/>
          </a:xfrm>
          <a:prstGeom prst="rect">
            <a:avLst/>
          </a:prstGeom>
        </p:spPr>
      </p:pic>
      <p:pic>
        <p:nvPicPr>
          <p:cNvPr id="11" name="Picture 10" descr="Screens screenshot of a game&#10;&#10;AI-generated content may be incorrect.">
            <a:extLst>
              <a:ext uri="{FF2B5EF4-FFF2-40B4-BE49-F238E27FC236}">
                <a16:creationId xmlns:a16="http://schemas.microsoft.com/office/drawing/2014/main" id="{CF38096A-64EE-8C2F-CB42-33F079635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993" y="459247"/>
            <a:ext cx="3152387" cy="3861525"/>
          </a:xfrm>
          <a:prstGeom prst="rect">
            <a:avLst/>
          </a:prstGeom>
        </p:spPr>
      </p:pic>
      <p:pic>
        <p:nvPicPr>
          <p:cNvPr id="13" name="Picture 12" descr="A screenshot of a game&#10;&#10;AI-generated content may be incorrect.">
            <a:extLst>
              <a:ext uri="{FF2B5EF4-FFF2-40B4-BE49-F238E27FC236}">
                <a16:creationId xmlns:a16="http://schemas.microsoft.com/office/drawing/2014/main" id="{C2A78F8B-26F0-4CF6-E0F2-354950A77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812" y="459247"/>
            <a:ext cx="2869056" cy="5237896"/>
          </a:xfrm>
          <a:prstGeom prst="rect">
            <a:avLst/>
          </a:prstGeom>
        </p:spPr>
      </p:pic>
      <p:pic>
        <p:nvPicPr>
          <p:cNvPr id="15" name="Picture 14" descr="Screens screenshot of a game&#10;&#10;AI-generated content may be incorrect.">
            <a:extLst>
              <a:ext uri="{FF2B5EF4-FFF2-40B4-BE49-F238E27FC236}">
                <a16:creationId xmlns:a16="http://schemas.microsoft.com/office/drawing/2014/main" id="{106C1580-3C12-A50E-60AB-7E767D7061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0300" y="459247"/>
            <a:ext cx="3639332" cy="437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425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ECD6229D-DC25-DAAA-CCF4-17567C7A3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395" y="303412"/>
            <a:ext cx="3507793" cy="3051978"/>
          </a:xfrm>
          <a:prstGeom prst="rect">
            <a:avLst/>
          </a:prstGeom>
        </p:spPr>
      </p:pic>
      <p:pic>
        <p:nvPicPr>
          <p:cNvPr id="9" name="Picture 8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A0991072-9081-4F79-882C-3577EDC5A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395" y="3710539"/>
            <a:ext cx="3484294" cy="3147461"/>
          </a:xfrm>
          <a:prstGeom prst="rect">
            <a:avLst/>
          </a:prstGeom>
        </p:spPr>
      </p:pic>
      <p:pic>
        <p:nvPicPr>
          <p:cNvPr id="13" name="Content Placeholder 12" descr="A screen shot of a video game&#10;&#10;AI-generated content may be incorrect.">
            <a:extLst>
              <a:ext uri="{FF2B5EF4-FFF2-40B4-BE49-F238E27FC236}">
                <a16:creationId xmlns:a16="http://schemas.microsoft.com/office/drawing/2014/main" id="{8FF08B02-BCE1-908E-2B7E-2143DAAC9C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002054" y="229802"/>
            <a:ext cx="3507793" cy="3199198"/>
          </a:xfrm>
          <a:prstGeom prst="rect">
            <a:avLst/>
          </a:prstGeom>
        </p:spPr>
      </p:pic>
      <p:pic>
        <p:nvPicPr>
          <p:cNvPr id="15" name="Picture 1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05344A5A-1857-7ED7-C3D7-651A2922AC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2054" y="3710539"/>
            <a:ext cx="3551053" cy="314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183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E79C1924-19F3-ED66-E693-61EB98C1F3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55383" y="395874"/>
            <a:ext cx="4609194" cy="4580387"/>
          </a:xfrm>
          <a:prstGeom prst="rect">
            <a:avLst/>
          </a:prstGeom>
        </p:spPr>
      </p:pic>
      <p:pic>
        <p:nvPicPr>
          <p:cNvPr id="7" name="Picture 6" descr="A screen shot of a game&#10;&#10;AI-generated content may be incorrect.">
            <a:extLst>
              <a:ext uri="{FF2B5EF4-FFF2-40B4-BE49-F238E27FC236}">
                <a16:creationId xmlns:a16="http://schemas.microsoft.com/office/drawing/2014/main" id="{11F69F85-3534-6493-8D00-4BB130EC5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047" y="396330"/>
            <a:ext cx="4531249" cy="4580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487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77CD4-5A49-8FB0-251D-8C7A7E22E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 dirty="0"/>
          </a:p>
        </p:txBody>
      </p:sp>
      <p:pic>
        <p:nvPicPr>
          <p:cNvPr id="5" name="Content Placeholder 4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744DAFF9-C050-7960-DA5C-6BE21481A2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927" y="1690688"/>
            <a:ext cx="2811076" cy="4351338"/>
          </a:xfrm>
          <a:prstGeom prst="rect">
            <a:avLst/>
          </a:prstGeom>
        </p:spPr>
      </p:pic>
      <p:pic>
        <p:nvPicPr>
          <p:cNvPr id="7" name="Picture 6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7671929A-BFF9-BD4B-BF5F-755C71CA3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233" y="1690688"/>
            <a:ext cx="4815592" cy="3258256"/>
          </a:xfrm>
          <a:prstGeom prst="rect">
            <a:avLst/>
          </a:prstGeom>
        </p:spPr>
      </p:pic>
      <p:pic>
        <p:nvPicPr>
          <p:cNvPr id="9" name="Picture 8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80942842-4B55-D4E5-5654-AB36DFF60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055" y="1690688"/>
            <a:ext cx="3804881" cy="325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659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8228A-91A7-7CE2-C4A1-4C56B8E5F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/>
          </a:p>
        </p:txBody>
      </p:sp>
      <p:pic>
        <p:nvPicPr>
          <p:cNvPr id="5" name="Content Placeholder 4" descr="A screenshot of a game&#10;&#10;AI-generated content may be incorrect.">
            <a:extLst>
              <a:ext uri="{FF2B5EF4-FFF2-40B4-BE49-F238E27FC236}">
                <a16:creationId xmlns:a16="http://schemas.microsoft.com/office/drawing/2014/main" id="{1E066311-C520-77DF-35D7-5B59A99A2B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86492"/>
            <a:ext cx="4653021" cy="4351338"/>
          </a:xfrm>
          <a:prstGeom prst="rect">
            <a:avLst/>
          </a:prstGeom>
        </p:spPr>
      </p:pic>
      <p:pic>
        <p:nvPicPr>
          <p:cNvPr id="7" name="Picture 6" descr="A screen shot of a game&#10;&#10;AI-generated content may be incorrect.">
            <a:extLst>
              <a:ext uri="{FF2B5EF4-FFF2-40B4-BE49-F238E27FC236}">
                <a16:creationId xmlns:a16="http://schemas.microsoft.com/office/drawing/2014/main" id="{0E019A30-0A0E-B320-1C16-557649695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997" y="1896798"/>
            <a:ext cx="5586005" cy="453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667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09245AB8-7C4D-AFDE-43A4-F89CD73101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920" y="237595"/>
            <a:ext cx="4576596" cy="4351338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3C8092-4FF9-4196-AB63-16882AAFB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867" y="237595"/>
            <a:ext cx="4510667" cy="43513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246264-3565-B2E6-3817-010D06227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920" y="4814408"/>
            <a:ext cx="6542478" cy="1805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097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F58CD09E-71EC-C79C-D506-CD7728221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070" y="199089"/>
            <a:ext cx="6273397" cy="611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785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2</Words>
  <Application>Microsoft Office PowerPoint</Application>
  <PresentationFormat>Widescreen</PresentationFormat>
  <Paragraphs>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https: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The Hoach</dc:creator>
  <cp:lastModifiedBy>Nguyen The Hoach</cp:lastModifiedBy>
  <cp:revision>3</cp:revision>
  <dcterms:created xsi:type="dcterms:W3CDTF">2025-12-09T07:40:47Z</dcterms:created>
  <dcterms:modified xsi:type="dcterms:W3CDTF">2025-12-09T09:23:37Z</dcterms:modified>
</cp:coreProperties>
</file>